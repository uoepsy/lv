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06933"/>
            <a:ext cx="9144000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268784"/>
            <a:ext cx="9144000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813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651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076898"/>
            <a:ext cx="10515600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890725"/>
            <a:ext cx="10515600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663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149890"/>
            <a:ext cx="5181600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149890"/>
            <a:ext cx="5181600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836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29978"/>
            <a:ext cx="10515600" cy="8349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058899"/>
            <a:ext cx="515778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577849"/>
            <a:ext cx="5157787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058899"/>
            <a:ext cx="5183188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577849"/>
            <a:ext cx="5183188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420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595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8081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87972"/>
            <a:ext cx="3932237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621941"/>
            <a:ext cx="6172200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295877"/>
            <a:ext cx="3932237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7438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87972"/>
            <a:ext cx="3932237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621941"/>
            <a:ext cx="6172200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295877"/>
            <a:ext cx="3932237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57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289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29978"/>
            <a:ext cx="2628900" cy="366065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29978"/>
            <a:ext cx="7734300" cy="36606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56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29978"/>
            <a:ext cx="10515600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149890"/>
            <a:ext cx="10515600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003618"/>
            <a:ext cx="274320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831E2C-BFD0-4A74-B62A-BA7494EC057D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003618"/>
            <a:ext cx="411480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003618"/>
            <a:ext cx="2743200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E71AB4-9EFF-4CC0-9603-38DA26FDF9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5881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679C58-CC37-45D9-9595-F552B6CD8136}"/>
              </a:ext>
            </a:extLst>
          </p:cNvPr>
          <p:cNvSpPr/>
          <p:nvPr/>
        </p:nvSpPr>
        <p:spPr>
          <a:xfrm>
            <a:off x="5150603" y="1309607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F843EA-24E0-45D1-A1F6-2BA1CFCA9010}"/>
              </a:ext>
            </a:extLst>
          </p:cNvPr>
          <p:cNvSpPr/>
          <p:nvPr/>
        </p:nvSpPr>
        <p:spPr>
          <a:xfrm>
            <a:off x="1314773" y="123986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TRUTH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0FEDF8-6CFC-465D-82C0-B18172D83011}"/>
              </a:ext>
            </a:extLst>
          </p:cNvPr>
          <p:cNvSpPr/>
          <p:nvPr/>
        </p:nvSpPr>
        <p:spPr>
          <a:xfrm>
            <a:off x="9071673" y="123764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429E3C-7167-4C2A-B2DF-BACB9A4695C5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3120326" y="2041902"/>
            <a:ext cx="20302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5C6824-9534-45F4-9FF2-47C3429B174A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7041396" y="2039682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2B8A48D-6352-47E3-9F60-1104A9E0777D}"/>
              </a:ext>
            </a:extLst>
          </p:cNvPr>
          <p:cNvSpPr txBox="1"/>
          <p:nvPr/>
        </p:nvSpPr>
        <p:spPr>
          <a:xfrm>
            <a:off x="398462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119655-058F-4FF1-B8E5-3805F11C2023}"/>
              </a:ext>
            </a:extLst>
          </p:cNvPr>
          <p:cNvSpPr txBox="1"/>
          <p:nvPr/>
        </p:nvSpPr>
        <p:spPr>
          <a:xfrm>
            <a:off x="790569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47263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679C58-CC37-45D9-9595-F552B6CD8136}"/>
              </a:ext>
            </a:extLst>
          </p:cNvPr>
          <p:cNvSpPr/>
          <p:nvPr/>
        </p:nvSpPr>
        <p:spPr>
          <a:xfrm>
            <a:off x="5150603" y="1309607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F843EA-24E0-45D1-A1F6-2BA1CFCA9010}"/>
              </a:ext>
            </a:extLst>
          </p:cNvPr>
          <p:cNvSpPr/>
          <p:nvPr/>
        </p:nvSpPr>
        <p:spPr>
          <a:xfrm>
            <a:off x="1314773" y="123986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TRUTH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0FEDF8-6CFC-465D-82C0-B18172D83011}"/>
              </a:ext>
            </a:extLst>
          </p:cNvPr>
          <p:cNvSpPr/>
          <p:nvPr/>
        </p:nvSpPr>
        <p:spPr>
          <a:xfrm>
            <a:off x="9071673" y="123764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429E3C-7167-4C2A-B2DF-BACB9A4695C5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3120326" y="2041902"/>
            <a:ext cx="20302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5C6824-9534-45F4-9FF2-47C3429B174A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7041396" y="2039682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456E4F1-DE66-4E9D-809D-41B4EE6071B1}"/>
              </a:ext>
            </a:extLst>
          </p:cNvPr>
          <p:cNvSpPr txBox="1"/>
          <p:nvPr/>
        </p:nvSpPr>
        <p:spPr>
          <a:xfrm>
            <a:off x="398462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0CCAA3-8FA8-4FC4-8897-676AAB56C698}"/>
              </a:ext>
            </a:extLst>
          </p:cNvPr>
          <p:cNvSpPr txBox="1"/>
          <p:nvPr/>
        </p:nvSpPr>
        <p:spPr>
          <a:xfrm>
            <a:off x="790569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C2E09663-D1F4-4EE0-BE9B-ABB78BF0BC0E}"/>
              </a:ext>
            </a:extLst>
          </p:cNvPr>
          <p:cNvCxnSpPr>
            <a:cxnSpLocks/>
            <a:stCxn id="5" idx="2"/>
            <a:endCxn id="5" idx="3"/>
          </p:cNvCxnSpPr>
          <p:nvPr/>
        </p:nvCxnSpPr>
        <p:spPr>
          <a:xfrm rot="10800000" flipH="1" flipV="1">
            <a:off x="1314772" y="2041902"/>
            <a:ext cx="264417" cy="567126"/>
          </a:xfrm>
          <a:prstGeom prst="curvedConnector4">
            <a:avLst>
              <a:gd name="adj1" fmla="val -250571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FBD55DE1-401C-4871-9944-22845DD34446}"/>
              </a:ext>
            </a:extLst>
          </p:cNvPr>
          <p:cNvCxnSpPr>
            <a:cxnSpLocks/>
            <a:stCxn id="6" idx="6"/>
            <a:endCxn id="6" idx="5"/>
          </p:cNvCxnSpPr>
          <p:nvPr/>
        </p:nvCxnSpPr>
        <p:spPr>
          <a:xfrm flipH="1">
            <a:off x="10612809" y="2039682"/>
            <a:ext cx="264417" cy="567126"/>
          </a:xfrm>
          <a:prstGeom prst="curvedConnector4">
            <a:avLst>
              <a:gd name="adj1" fmla="val -227125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/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blipFill>
                <a:blip r:embed="rId2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/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1460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679C58-CC37-45D9-9595-F552B6CD8136}"/>
              </a:ext>
            </a:extLst>
          </p:cNvPr>
          <p:cNvSpPr/>
          <p:nvPr/>
        </p:nvSpPr>
        <p:spPr>
          <a:xfrm>
            <a:off x="5150603" y="278977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 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F843EA-24E0-45D1-A1F6-2BA1CFCA9010}"/>
              </a:ext>
            </a:extLst>
          </p:cNvPr>
          <p:cNvSpPr/>
          <p:nvPr/>
        </p:nvSpPr>
        <p:spPr>
          <a:xfrm>
            <a:off x="1314773" y="123986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TRUTH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0FEDF8-6CFC-465D-82C0-B18172D83011}"/>
              </a:ext>
            </a:extLst>
          </p:cNvPr>
          <p:cNvSpPr/>
          <p:nvPr/>
        </p:nvSpPr>
        <p:spPr>
          <a:xfrm>
            <a:off x="9071673" y="20701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 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429E3C-7167-4C2A-B2DF-BACB9A4695C5}"/>
              </a:ext>
            </a:extLst>
          </p:cNvPr>
          <p:cNvCxnSpPr>
            <a:stCxn id="5" idx="6"/>
            <a:endCxn id="4" idx="1"/>
          </p:cNvCxnSpPr>
          <p:nvPr/>
        </p:nvCxnSpPr>
        <p:spPr>
          <a:xfrm flipV="1">
            <a:off x="3120326" y="1011272"/>
            <a:ext cx="2030277" cy="103063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5C6824-9534-45F4-9FF2-47C3429B174A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7041396" y="1009052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456E4F1-DE66-4E9D-809D-41B4EE6071B1}"/>
              </a:ext>
            </a:extLst>
          </p:cNvPr>
          <p:cNvSpPr txBox="1"/>
          <p:nvPr/>
        </p:nvSpPr>
        <p:spPr>
          <a:xfrm>
            <a:off x="3914879" y="1196469"/>
            <a:ext cx="301686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0CCAA3-8FA8-4FC4-8897-676AAB56C698}"/>
              </a:ext>
            </a:extLst>
          </p:cNvPr>
          <p:cNvSpPr txBox="1"/>
          <p:nvPr/>
        </p:nvSpPr>
        <p:spPr>
          <a:xfrm>
            <a:off x="7905691" y="60097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C2E09663-D1F4-4EE0-BE9B-ABB78BF0BC0E}"/>
              </a:ext>
            </a:extLst>
          </p:cNvPr>
          <p:cNvCxnSpPr>
            <a:cxnSpLocks/>
            <a:stCxn id="5" idx="2"/>
            <a:endCxn id="5" idx="3"/>
          </p:cNvCxnSpPr>
          <p:nvPr/>
        </p:nvCxnSpPr>
        <p:spPr>
          <a:xfrm rot="10800000" flipH="1" flipV="1">
            <a:off x="1314772" y="2041902"/>
            <a:ext cx="264417" cy="567126"/>
          </a:xfrm>
          <a:prstGeom prst="curvedConnector4">
            <a:avLst>
              <a:gd name="adj1" fmla="val -250571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FBD55DE1-401C-4871-9944-22845DD34446}"/>
              </a:ext>
            </a:extLst>
          </p:cNvPr>
          <p:cNvCxnSpPr>
            <a:cxnSpLocks/>
            <a:stCxn id="6" idx="6"/>
            <a:endCxn id="6" idx="5"/>
          </p:cNvCxnSpPr>
          <p:nvPr/>
        </p:nvCxnSpPr>
        <p:spPr>
          <a:xfrm flipH="1">
            <a:off x="10612809" y="1009052"/>
            <a:ext cx="264417" cy="567126"/>
          </a:xfrm>
          <a:prstGeom prst="curvedConnector4">
            <a:avLst>
              <a:gd name="adj1" fmla="val -227125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99956DB-86B7-4C47-A148-3B43F22866A1}"/>
              </a:ext>
            </a:extLst>
          </p:cNvPr>
          <p:cNvSpPr/>
          <p:nvPr/>
        </p:nvSpPr>
        <p:spPr>
          <a:xfrm>
            <a:off x="5155772" y="2322165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 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E0B9F1-A3D1-42C9-8AD6-7EF820230F07}"/>
              </a:ext>
            </a:extLst>
          </p:cNvPr>
          <p:cNvSpPr/>
          <p:nvPr/>
        </p:nvSpPr>
        <p:spPr>
          <a:xfrm>
            <a:off x="9076842" y="2250202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 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573A8B-D30A-4AAA-A2DF-FE7A0EF9C6ED}"/>
              </a:ext>
            </a:extLst>
          </p:cNvPr>
          <p:cNvCxnSpPr>
            <a:stCxn id="16" idx="2"/>
            <a:endCxn id="14" idx="3"/>
          </p:cNvCxnSpPr>
          <p:nvPr/>
        </p:nvCxnSpPr>
        <p:spPr>
          <a:xfrm flipH="1">
            <a:off x="7046565" y="3052240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A926A9B-BB56-4641-BBC0-A1F0E5BE4B00}"/>
              </a:ext>
            </a:extLst>
          </p:cNvPr>
          <p:cNvSpPr txBox="1"/>
          <p:nvPr/>
        </p:nvSpPr>
        <p:spPr>
          <a:xfrm>
            <a:off x="7910860" y="2644162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A9EC6D0-7B32-49BE-95A4-E8BAB471F9F5}"/>
              </a:ext>
            </a:extLst>
          </p:cNvPr>
          <p:cNvCxnSpPr>
            <a:cxnSpLocks/>
            <a:stCxn id="16" idx="6"/>
            <a:endCxn id="16" idx="5"/>
          </p:cNvCxnSpPr>
          <p:nvPr/>
        </p:nvCxnSpPr>
        <p:spPr>
          <a:xfrm flipH="1">
            <a:off x="10617978" y="3052240"/>
            <a:ext cx="264417" cy="567126"/>
          </a:xfrm>
          <a:prstGeom prst="curvedConnector4">
            <a:avLst>
              <a:gd name="adj1" fmla="val -227125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630B6D-E424-4C33-8586-4377C6DF0E25}"/>
              </a:ext>
            </a:extLst>
          </p:cNvPr>
          <p:cNvCxnSpPr>
            <a:cxnSpLocks/>
            <a:stCxn id="5" idx="6"/>
            <a:endCxn id="14" idx="1"/>
          </p:cNvCxnSpPr>
          <p:nvPr/>
        </p:nvCxnSpPr>
        <p:spPr>
          <a:xfrm>
            <a:off x="3120326" y="2041902"/>
            <a:ext cx="2035446" cy="101255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223EC97-B026-471A-8F49-E8023EABF955}"/>
              </a:ext>
            </a:extLst>
          </p:cNvPr>
          <p:cNvSpPr txBox="1"/>
          <p:nvPr/>
        </p:nvSpPr>
        <p:spPr>
          <a:xfrm>
            <a:off x="3914879" y="2548181"/>
            <a:ext cx="301686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D8693C-597D-4A1C-9E6C-5847FB62B2FE}"/>
                  </a:ext>
                </a:extLst>
              </p:cNvPr>
              <p:cNvSpPr txBox="1"/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D8693C-597D-4A1C-9E6C-5847FB62B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blipFill>
                <a:blip r:embed="rId2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C630C7-81E8-433B-AC7A-516D34FF9253}"/>
                  </a:ext>
                </a:extLst>
              </p:cNvPr>
              <p:cNvSpPr txBox="1"/>
              <p:nvPr/>
            </p:nvSpPr>
            <p:spPr>
              <a:xfrm>
                <a:off x="11342176" y="162449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C630C7-81E8-433B-AC7A-516D34FF9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176" y="1624499"/>
                <a:ext cx="493084" cy="3731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7D4C02A-CDA2-4E12-ADC0-2D3D281003F7}"/>
                  </a:ext>
                </a:extLst>
              </p:cNvPr>
              <p:cNvSpPr txBox="1"/>
              <p:nvPr/>
            </p:nvSpPr>
            <p:spPr>
              <a:xfrm>
                <a:off x="11342176" y="3667687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7D4C02A-CDA2-4E12-ADC0-2D3D28100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176" y="3667687"/>
                <a:ext cx="493084" cy="373179"/>
              </a:xfrm>
              <a:prstGeom prst="rect">
                <a:avLst/>
              </a:prstGeom>
              <a:blipFill>
                <a:blip r:embed="rId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784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679C58-CC37-45D9-9595-F552B6CD8136}"/>
              </a:ext>
            </a:extLst>
          </p:cNvPr>
          <p:cNvSpPr/>
          <p:nvPr/>
        </p:nvSpPr>
        <p:spPr>
          <a:xfrm>
            <a:off x="5150603" y="1309607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F843EA-24E0-45D1-A1F6-2BA1CFCA9010}"/>
              </a:ext>
            </a:extLst>
          </p:cNvPr>
          <p:cNvSpPr/>
          <p:nvPr/>
        </p:nvSpPr>
        <p:spPr>
          <a:xfrm>
            <a:off x="1314773" y="123986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TRUTH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0FEDF8-6CFC-465D-82C0-B18172D83011}"/>
              </a:ext>
            </a:extLst>
          </p:cNvPr>
          <p:cNvSpPr/>
          <p:nvPr/>
        </p:nvSpPr>
        <p:spPr>
          <a:xfrm>
            <a:off x="9071673" y="123764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429E3C-7167-4C2A-B2DF-BACB9A4695C5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3120326" y="2041902"/>
            <a:ext cx="20302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5C6824-9534-45F4-9FF2-47C3429B174A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7041396" y="2039682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456E4F1-DE66-4E9D-809D-41B4EE6071B1}"/>
              </a:ext>
            </a:extLst>
          </p:cNvPr>
          <p:cNvSpPr txBox="1"/>
          <p:nvPr/>
        </p:nvSpPr>
        <p:spPr>
          <a:xfrm>
            <a:off x="398462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0CCAA3-8FA8-4FC4-8897-676AAB56C698}"/>
              </a:ext>
            </a:extLst>
          </p:cNvPr>
          <p:cNvSpPr txBox="1"/>
          <p:nvPr/>
        </p:nvSpPr>
        <p:spPr>
          <a:xfrm>
            <a:off x="790569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C2E09663-D1F4-4EE0-BE9B-ABB78BF0BC0E}"/>
              </a:ext>
            </a:extLst>
          </p:cNvPr>
          <p:cNvCxnSpPr>
            <a:cxnSpLocks/>
            <a:stCxn id="5" idx="2"/>
            <a:endCxn id="5" idx="3"/>
          </p:cNvCxnSpPr>
          <p:nvPr/>
        </p:nvCxnSpPr>
        <p:spPr>
          <a:xfrm rot="10800000" flipH="1" flipV="1">
            <a:off x="1314772" y="2041902"/>
            <a:ext cx="264417" cy="567126"/>
          </a:xfrm>
          <a:prstGeom prst="curvedConnector4">
            <a:avLst>
              <a:gd name="adj1" fmla="val -250571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FBD55DE1-401C-4871-9944-22845DD34446}"/>
              </a:ext>
            </a:extLst>
          </p:cNvPr>
          <p:cNvCxnSpPr>
            <a:cxnSpLocks/>
            <a:stCxn id="6" idx="6"/>
            <a:endCxn id="6" idx="5"/>
          </p:cNvCxnSpPr>
          <p:nvPr/>
        </p:nvCxnSpPr>
        <p:spPr>
          <a:xfrm flipH="1">
            <a:off x="10612809" y="2039682"/>
            <a:ext cx="264417" cy="567126"/>
          </a:xfrm>
          <a:prstGeom prst="curvedConnector4">
            <a:avLst>
              <a:gd name="adj1" fmla="val -227125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/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blipFill>
                <a:blip r:embed="rId2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/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C5999CA-BF11-4AA3-AA7C-A7D998B00A5D}"/>
              </a:ext>
            </a:extLst>
          </p:cNvPr>
          <p:cNvCxnSpPr>
            <a:cxnSpLocks/>
            <a:stCxn id="6" idx="0"/>
            <a:endCxn id="5" idx="0"/>
          </p:cNvCxnSpPr>
          <p:nvPr/>
        </p:nvCxnSpPr>
        <p:spPr>
          <a:xfrm rot="16200000" flipH="1" flipV="1">
            <a:off x="6094890" y="-2639696"/>
            <a:ext cx="2220" cy="7756900"/>
          </a:xfrm>
          <a:prstGeom prst="curvedConnector3">
            <a:avLst>
              <a:gd name="adj1" fmla="val -47225541"/>
            </a:avLst>
          </a:prstGeom>
          <a:ln w="38100">
            <a:solidFill>
              <a:schemeClr val="bg1">
                <a:lumMod val="8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867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679C58-CC37-45D9-9595-F552B6CD8136}"/>
              </a:ext>
            </a:extLst>
          </p:cNvPr>
          <p:cNvSpPr/>
          <p:nvPr/>
        </p:nvSpPr>
        <p:spPr>
          <a:xfrm>
            <a:off x="5150603" y="1309607"/>
            <a:ext cx="1890793" cy="1464590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SCORE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F843EA-24E0-45D1-A1F6-2BA1CFCA9010}"/>
              </a:ext>
            </a:extLst>
          </p:cNvPr>
          <p:cNvSpPr/>
          <p:nvPr/>
        </p:nvSpPr>
        <p:spPr>
          <a:xfrm>
            <a:off x="1314773" y="123986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TRUTH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60FEDF8-6CFC-465D-82C0-B18172D83011}"/>
              </a:ext>
            </a:extLst>
          </p:cNvPr>
          <p:cNvSpPr/>
          <p:nvPr/>
        </p:nvSpPr>
        <p:spPr>
          <a:xfrm>
            <a:off x="9071673" y="1237644"/>
            <a:ext cx="1805553" cy="160407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ERROR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429E3C-7167-4C2A-B2DF-BACB9A4695C5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3120326" y="2041902"/>
            <a:ext cx="20302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5C6824-9534-45F4-9FF2-47C3429B174A}"/>
              </a:ext>
            </a:extLst>
          </p:cNvPr>
          <p:cNvCxnSpPr>
            <a:stCxn id="6" idx="2"/>
            <a:endCxn id="4" idx="3"/>
          </p:cNvCxnSpPr>
          <p:nvPr/>
        </p:nvCxnSpPr>
        <p:spPr>
          <a:xfrm flipH="1">
            <a:off x="7041396" y="2039682"/>
            <a:ext cx="2030277" cy="222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456E4F1-DE66-4E9D-809D-41B4EE6071B1}"/>
              </a:ext>
            </a:extLst>
          </p:cNvPr>
          <p:cNvSpPr txBox="1"/>
          <p:nvPr/>
        </p:nvSpPr>
        <p:spPr>
          <a:xfrm>
            <a:off x="398462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0CCAA3-8FA8-4FC4-8897-676AAB56C698}"/>
              </a:ext>
            </a:extLst>
          </p:cNvPr>
          <p:cNvSpPr txBox="1"/>
          <p:nvPr/>
        </p:nvSpPr>
        <p:spPr>
          <a:xfrm>
            <a:off x="7905691" y="1631604"/>
            <a:ext cx="301686" cy="369332"/>
          </a:xfrm>
          <a:prstGeom prst="rect">
            <a:avLst/>
          </a:prstGeom>
          <a:solidFill>
            <a:schemeClr val="bg1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C2E09663-D1F4-4EE0-BE9B-ABB78BF0BC0E}"/>
              </a:ext>
            </a:extLst>
          </p:cNvPr>
          <p:cNvCxnSpPr>
            <a:cxnSpLocks/>
            <a:stCxn id="5" idx="2"/>
            <a:endCxn id="5" idx="3"/>
          </p:cNvCxnSpPr>
          <p:nvPr/>
        </p:nvCxnSpPr>
        <p:spPr>
          <a:xfrm rot="10800000" flipH="1" flipV="1">
            <a:off x="1314772" y="2041902"/>
            <a:ext cx="264417" cy="567126"/>
          </a:xfrm>
          <a:prstGeom prst="curvedConnector4">
            <a:avLst>
              <a:gd name="adj1" fmla="val -250571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FBD55DE1-401C-4871-9944-22845DD34446}"/>
              </a:ext>
            </a:extLst>
          </p:cNvPr>
          <p:cNvCxnSpPr>
            <a:cxnSpLocks/>
            <a:stCxn id="6" idx="6"/>
            <a:endCxn id="6" idx="5"/>
          </p:cNvCxnSpPr>
          <p:nvPr/>
        </p:nvCxnSpPr>
        <p:spPr>
          <a:xfrm flipH="1">
            <a:off x="10612809" y="2039682"/>
            <a:ext cx="264417" cy="567126"/>
          </a:xfrm>
          <a:prstGeom prst="curvedConnector4">
            <a:avLst>
              <a:gd name="adj1" fmla="val -227125"/>
              <a:gd name="adj2" fmla="val 18173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/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9338A5-A70C-44C9-878E-A4DC54E0B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17" y="2655129"/>
                <a:ext cx="493084" cy="373179"/>
              </a:xfrm>
              <a:prstGeom prst="rect">
                <a:avLst/>
              </a:prstGeom>
              <a:blipFill>
                <a:blip r:embed="rId2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/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D0F6170-CC69-477C-8734-7EE6DEF2F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176" y="2655129"/>
                <a:ext cx="493084" cy="373179"/>
              </a:xfrm>
              <a:prstGeom prst="rect">
                <a:avLst/>
              </a:prstGeom>
              <a:blipFill>
                <a:blip r:embed="rId3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29C00E93-DF3B-42B5-9628-2D8731A60B6E}"/>
              </a:ext>
            </a:extLst>
          </p:cNvPr>
          <p:cNvSpPr/>
          <p:nvPr/>
        </p:nvSpPr>
        <p:spPr>
          <a:xfrm>
            <a:off x="9638118" y="136634"/>
            <a:ext cx="672662" cy="451945"/>
          </a:xfrm>
          <a:prstGeom prst="triangl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E631C3-7CD5-4163-A80B-235BC498DB1D}"/>
              </a:ext>
            </a:extLst>
          </p:cNvPr>
          <p:cNvCxnSpPr>
            <a:stCxn id="2" idx="3"/>
            <a:endCxn id="6" idx="0"/>
          </p:cNvCxnSpPr>
          <p:nvPr/>
        </p:nvCxnSpPr>
        <p:spPr>
          <a:xfrm>
            <a:off x="9974449" y="588579"/>
            <a:ext cx="1" cy="649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75DED1C-29CC-44F7-897D-DE9184E32BD4}"/>
              </a:ext>
            </a:extLst>
          </p:cNvPr>
          <p:cNvSpPr/>
          <p:nvPr/>
        </p:nvSpPr>
        <p:spPr>
          <a:xfrm>
            <a:off x="1881219" y="136634"/>
            <a:ext cx="672662" cy="451945"/>
          </a:xfrm>
          <a:prstGeom prst="triangl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μ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A6969B-0DDF-4BD5-9DC7-C0AF295ED3C1}"/>
              </a:ext>
            </a:extLst>
          </p:cNvPr>
          <p:cNvCxnSpPr>
            <a:stCxn id="16" idx="3"/>
          </p:cNvCxnSpPr>
          <p:nvPr/>
        </p:nvCxnSpPr>
        <p:spPr>
          <a:xfrm>
            <a:off x="2217550" y="588579"/>
            <a:ext cx="1" cy="649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3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</TotalTime>
  <Words>44</Words>
  <Application>Microsoft Office PowerPoint</Application>
  <PresentationFormat>Custom</PresentationFormat>
  <Paragraphs>40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13</cp:revision>
  <dcterms:created xsi:type="dcterms:W3CDTF">2025-09-24T19:34:52Z</dcterms:created>
  <dcterms:modified xsi:type="dcterms:W3CDTF">2025-11-10T18:11:13Z</dcterms:modified>
</cp:coreProperties>
</file>