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0A2FE2F-57CD-411E-97CA-0DD3A9823A6E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28BC6-3B18-4866-83B8-E82E0DA4375B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graphicFrame>
        <p:nvGraphicFramePr>
          <p:cNvPr id="17" name="Table 106">
            <a:extLst>
              <a:ext uri="{FF2B5EF4-FFF2-40B4-BE49-F238E27FC236}">
                <a16:creationId xmlns:a16="http://schemas.microsoft.com/office/drawing/2014/main" id="{21068BBA-FA55-4FF4-9122-CF1CD9364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388111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3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E7973318-829A-4E04-9456-F7788A22AC5B}"/>
              </a:ext>
            </a:extLst>
          </p:cNvPr>
          <p:cNvCxnSpPr>
            <a:cxnSpLocks/>
            <a:stCxn id="65" idx="0"/>
            <a:endCxn id="66" idx="0"/>
          </p:cNvCxnSpPr>
          <p:nvPr/>
        </p:nvCxnSpPr>
        <p:spPr>
          <a:xfrm rot="5400000" flipH="1" flipV="1">
            <a:off x="1906771" y="2314413"/>
            <a:ext cx="12700" cy="1523322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F8DF127-6FCA-403C-B820-3BF50B3F0154}"/>
              </a:ext>
            </a:extLst>
          </p:cNvPr>
          <p:cNvCxnSpPr>
            <a:stCxn id="65" idx="0"/>
            <a:endCxn id="85" idx="0"/>
          </p:cNvCxnSpPr>
          <p:nvPr/>
        </p:nvCxnSpPr>
        <p:spPr>
          <a:xfrm rot="5400000" flipH="1" flipV="1">
            <a:off x="2679374" y="1541810"/>
            <a:ext cx="12700" cy="3068528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2B57284-F137-4E7C-A245-8DD58F37957B}"/>
              </a:ext>
            </a:extLst>
          </p:cNvPr>
          <p:cNvCxnSpPr>
            <a:stCxn id="65" idx="0"/>
            <a:endCxn id="103" idx="0"/>
          </p:cNvCxnSpPr>
          <p:nvPr/>
        </p:nvCxnSpPr>
        <p:spPr>
          <a:xfrm rot="5400000" flipH="1" flipV="1">
            <a:off x="3419687" y="801497"/>
            <a:ext cx="12700" cy="4549154"/>
          </a:xfrm>
          <a:prstGeom prst="curvedConnector3">
            <a:avLst>
              <a:gd name="adj1" fmla="val 10642102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EB32857-7F9A-4BAB-9D36-0F6D4FCE2057}"/>
              </a:ext>
            </a:extLst>
          </p:cNvPr>
          <p:cNvCxnSpPr>
            <a:stCxn id="66" idx="0"/>
            <a:endCxn id="85" idx="0"/>
          </p:cNvCxnSpPr>
          <p:nvPr/>
        </p:nvCxnSpPr>
        <p:spPr>
          <a:xfrm rot="5400000" flipH="1" flipV="1">
            <a:off x="3441035" y="2303471"/>
            <a:ext cx="12700" cy="15452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2ECA28C-C73A-4265-B51C-A05A2D1D3952}"/>
              </a:ext>
            </a:extLst>
          </p:cNvPr>
          <p:cNvCxnSpPr>
            <a:stCxn id="85" idx="0"/>
            <a:endCxn id="103" idx="0"/>
          </p:cNvCxnSpPr>
          <p:nvPr/>
        </p:nvCxnSpPr>
        <p:spPr>
          <a:xfrm rot="5400000" flipH="1" flipV="1">
            <a:off x="4953951" y="2335761"/>
            <a:ext cx="12700" cy="148062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0294D74-C8CE-429B-A349-B4D5CBF4886A}"/>
              </a:ext>
            </a:extLst>
          </p:cNvPr>
          <p:cNvCxnSpPr>
            <a:stCxn id="66" idx="0"/>
            <a:endCxn id="103" idx="0"/>
          </p:cNvCxnSpPr>
          <p:nvPr/>
        </p:nvCxnSpPr>
        <p:spPr>
          <a:xfrm rot="5400000" flipH="1" flipV="1">
            <a:off x="4181348" y="1563158"/>
            <a:ext cx="12700" cy="3025832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3880F75-8FE5-4272-B9C5-B43D4A5EB1FB}"/>
              </a:ext>
            </a:extLst>
          </p:cNvPr>
          <p:cNvSpPr txBox="1"/>
          <p:nvPr/>
        </p:nvSpPr>
        <p:spPr>
          <a:xfrm>
            <a:off x="913181" y="1319322"/>
            <a:ext cx="48901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	a	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b                      c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                    e                    f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E30DD-7D86-400D-881A-B342079AB9F8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graphicFrame>
        <p:nvGraphicFramePr>
          <p:cNvPr id="25" name="Table 106">
            <a:extLst>
              <a:ext uri="{FF2B5EF4-FFF2-40B4-BE49-F238E27FC236}">
                <a16:creationId xmlns:a16="http://schemas.microsoft.com/office/drawing/2014/main" id="{4C9B351B-ACDB-4FD5-81DD-C8B574F5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10622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67162" y="1097672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145110" y="1981470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2668432" y="1981470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53989" y="1981470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3453989" y="1981470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506057" y="237288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b           c             d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37258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123</Words>
  <Application>Microsoft Office PowerPoint</Application>
  <PresentationFormat>Widescreen</PresentationFormat>
  <Paragraphs>95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14</cp:revision>
  <dcterms:created xsi:type="dcterms:W3CDTF">2025-08-20T12:50:25Z</dcterms:created>
  <dcterms:modified xsi:type="dcterms:W3CDTF">2025-09-01T08:08:28Z</dcterms:modified>
</cp:coreProperties>
</file>