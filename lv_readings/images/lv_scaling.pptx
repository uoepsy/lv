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75896"/>
              </p:ext>
            </p:extLst>
          </p:nvPr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DB3C8-F167-4138-8885-9E3B2894FC5B}"/>
              </a:ext>
            </a:extLst>
          </p:cNvPr>
          <p:cNvSpPr txBox="1"/>
          <p:nvPr/>
        </p:nvSpPr>
        <p:spPr>
          <a:xfrm>
            <a:off x="9879221" y="734317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DB3C8-F167-4138-8885-9E3B2894FC5B}"/>
              </a:ext>
            </a:extLst>
          </p:cNvPr>
          <p:cNvSpPr txBox="1"/>
          <p:nvPr/>
        </p:nvSpPr>
        <p:spPr>
          <a:xfrm>
            <a:off x="9879221" y="734317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3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414518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163506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209</Words>
  <Application>Microsoft Office PowerPoint</Application>
  <PresentationFormat>Widescreen</PresentationFormat>
  <Paragraphs>134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17</cp:revision>
  <dcterms:created xsi:type="dcterms:W3CDTF">2025-08-20T12:50:25Z</dcterms:created>
  <dcterms:modified xsi:type="dcterms:W3CDTF">2025-09-02T14:10:49Z</dcterms:modified>
</cp:coreProperties>
</file>